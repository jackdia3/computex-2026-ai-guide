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600" kern="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COMPUTEX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避坑 × 尋寶地圖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868680" y="3886200"/>
            <a:ext cx="3108960" cy="82296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206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一個寫軟體的，幫大家整理的逛展攻略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2026.06.05 (五) 大眾日 · Jack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1672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先講最重要的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01168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072591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600" b="1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南港 3 點半就關門（世貿開到 4 點半）</a:t>
            </a:r>
            <a:endParaRPr lang="en-US" sz="2600" dirty="0"/>
          </a:p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有名片 → 現場辦免費的「專業人士證」，四天都能進</a:t>
            </a:r>
            <a:endParaRPr lang="en-US" sz="2600" dirty="0"/>
          </a:p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沒名片 → 線上先買 200 元的票，現場 3 點就停售</a:t>
            </a:r>
            <a:endParaRPr lang="en-US" sz="2600" dirty="0"/>
          </a:p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未滿 18 歲進不去</a:t>
            </a:r>
            <a:endParaRPr lang="en-US" sz="2600" dirty="0"/>
          </a:p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黃仁勳？前幾天就講完了，別找了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1672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這是硬體展，干我們什麼事？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01168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1072591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spcAft>
                <a:spcPts val="26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你寫的模型，最後跑在誰家的機器上</a:t>
            </a:r>
            <a:endParaRPr lang="en-US" sz="2800" dirty="0"/>
          </a:p>
          <a:p>
            <a:pPr marL="355600" indent="-355600">
              <a:spcAft>
                <a:spcPts val="26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你呼叫的 API，背後是哪些鐵箱子在燒電</a:t>
            </a:r>
            <a:endParaRPr lang="en-US" sz="2800" dirty="0"/>
          </a:p>
          <a:p>
            <a:pPr marL="355600" indent="-355600">
              <a:spcAft>
                <a:spcPts val="2600"/>
              </a:spcAft>
              <a:buSzPct val="100000"/>
              <a:buChar char="•"/>
            </a:pPr>
            <a:r>
              <a:rPr lang="en-US" sz="28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哪天你想自己架 GPU，會踩到什麼坑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今天不講大理論，就看這三件事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1672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第一站：用講的，就能控制機械手臂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01168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spcAft>
                <a:spcPts val="1800"/>
              </a:spcAft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世貿 1 館 · A1227a · 立端</a:t>
            </a:r>
            <a:endParaRPr lang="en-US" sz="2400" dirty="0"/>
          </a:p>
          <a:p>
            <a:pPr marL="355600" indent="-3556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你對它說話，手臂就動 — 不是預錄的</a:t>
            </a:r>
            <a:endParaRPr lang="en-US" sz="2400" dirty="0"/>
          </a:p>
          <a:p>
            <a:pPr marL="355600" indent="-3556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即時規劃動作</a:t>
            </a:r>
            <a:endParaRPr lang="en-US" sz="2400" dirty="0"/>
          </a:p>
        </p:txBody>
      </p:sp>
      <p:pic>
        <p:nvPicPr>
          <p:cNvPr id="6" name="Image 0" descr="/data/code/CPX-share/6-5-talk-WIP/images/lanner-astraed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0"/>
            <a:ext cx="4572000" cy="2569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0" y="44439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圖：Lanner 官方影片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31520" y="5394960"/>
            <a:ext cx="10725912" cy="914400"/>
          </a:xfrm>
          <a:prstGeom prst="rect">
            <a:avLst/>
          </a:prstGeom>
          <a:solidFill>
            <a:srgbClr val="FDF0E7"/>
          </a:solidFill>
          <a:ln w="19050">
            <a:solidFill>
              <a:srgbClr val="E854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539496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到攤位問這句：「失敗的時候會怎樣？」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1672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機器人界的世界四強，就在台灣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01168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spcAft>
                <a:spcPts val="1800"/>
              </a:spcAft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世貿 1 館 · A0811a · 所羅門</a:t>
            </a:r>
            <a:endParaRPr lang="en-US" sz="2400" dirty="0"/>
          </a:p>
          <a:p>
            <a:pPr marL="355600" indent="-3556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機器人用「看」的理解空間，再決定怎麼動</a:t>
            </a:r>
            <a:endParaRPr lang="en-US" sz="2400" dirty="0"/>
          </a:p>
          <a:p>
            <a:pPr marL="355600" indent="-355600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今天最好拍的一攤</a:t>
            </a:r>
            <a:endParaRPr lang="en-US" sz="2400" dirty="0"/>
          </a:p>
        </p:txBody>
      </p:sp>
      <p:pic>
        <p:nvPicPr>
          <p:cNvPr id="6" name="Image 0" descr="/data/code/CPX-share/6-5-talk-WIP/images/solomon-humanoid-dem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0"/>
            <a:ext cx="457200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0" y="5303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圖：Solomon 官方新聞稿（iREX 2025）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1672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中場休息：講點實際的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01168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072591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spcAft>
                <a:spcPts val="2200"/>
              </a:spcAft>
              <a:buSzPct val="100000"/>
              <a:buChar char="•"/>
            </a:pPr>
            <a:r>
              <a:rPr lang="en-US" sz="2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會很累。真的。</a:t>
            </a:r>
            <a:endParaRPr lang="en-US" sz="2600" dirty="0"/>
          </a:p>
          <a:p>
            <a:pPr marL="355600" indent="-355600">
              <a:spcAft>
                <a:spcPts val="22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排隊超過 15 分鐘 → 跳過，回頭再來</a:t>
            </a:r>
            <a:endParaRPr lang="en-US" sz="2600" dirty="0"/>
          </a:p>
          <a:p>
            <a:pPr marL="355600" indent="-355600">
              <a:spcAft>
                <a:spcPts val="22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手機開飛航模式（省電 + 現場訊號很塞）</a:t>
            </a:r>
            <a:endParaRPr lang="en-US" sz="2600" dirty="0"/>
          </a:p>
          <a:p>
            <a:pPr marL="355600" indent="-355600">
              <a:spcAft>
                <a:spcPts val="22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累了就找地方坐，沒人規定要逛完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1672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下半場：移動到南港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01168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spcAft>
                <a:spcPts val="1600"/>
              </a:spcAft>
              <a:buSzPct val="100000"/>
              <a:buChar char="•"/>
            </a:pPr>
            <a:r>
              <a:rPr lang="en-US" sz="24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點半前出發（午餐路上吃）</a:t>
            </a:r>
            <a:endParaRPr lang="en-US" sz="2400" dirty="0"/>
          </a:p>
          <a:p>
            <a:pPr marL="355600" indent="-3556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市政府站 → 板南線 → 南港展覽館站</a:t>
            </a:r>
            <a:endParaRPr lang="en-US" sz="2400" dirty="0"/>
          </a:p>
          <a:p>
            <a:pPr marL="355600" indent="-3556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神雲 R0504 — 整櫃水冷的 AI 伺服器</a:t>
            </a:r>
            <a:endParaRPr lang="en-US" sz="2400" dirty="0"/>
          </a:p>
          <a:p>
            <a:pPr marL="355600" indent="-3556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維諦 J0818 — 自己架 GPU 要準備什麼，問他們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589520" y="182880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1292" y="2404872"/>
            <a:ext cx="82296" cy="1847088"/>
          </a:xfrm>
          <a:prstGeom prst="rect">
            <a:avLst/>
          </a:prstGeom>
          <a:solidFill>
            <a:srgbClr val="0070BD"/>
          </a:solidFill>
          <a:ln/>
        </p:spPr>
      </p:sp>
      <p:sp>
        <p:nvSpPr>
          <p:cNvPr id="8" name="Shape 6"/>
          <p:cNvSpPr/>
          <p:nvPr/>
        </p:nvSpPr>
        <p:spPr>
          <a:xfrm>
            <a:off x="7946136" y="2258568"/>
            <a:ext cx="292608" cy="292608"/>
          </a:xfrm>
          <a:prstGeom prst="ellipse">
            <a:avLst/>
          </a:prstGeom>
          <a:solidFill>
            <a:srgbClr val="E8541E"/>
          </a:solidFill>
          <a:ln w="31750">
            <a:solidFill>
              <a:srgbClr val="E854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21671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世貿一館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0" y="25328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台北101/世貿站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46136" y="3310128"/>
            <a:ext cx="292608" cy="29260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70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2186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市政府站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3584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步行約 12 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46136" y="4270248"/>
            <a:ext cx="292608" cy="29260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70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41788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南港展覽館站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4544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板南線約 15 分 · 5 號出口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0" y="4983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自繪示意 · 時間為估計值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5394960"/>
            <a:ext cx="10725912" cy="914400"/>
          </a:xfrm>
          <a:prstGeom prst="rect">
            <a:avLst/>
          </a:prstGeom>
          <a:solidFill>
            <a:srgbClr val="FDF0E7"/>
          </a:solidFill>
          <a:ln w="19050">
            <a:solidFill>
              <a:srgbClr val="E854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39496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2 點到 2 點 45 是塞車地獄，別在那時候移動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1672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 ≠ 免費的午餐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01168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072591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南港 1 館 4 樓 · RISC-V 主題館</a:t>
            </a:r>
            <a:endParaRPr lang="en-US" sz="2600" dirty="0"/>
          </a:p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開放的晶片架構 — 像晶片界的 Linux</a:t>
            </a:r>
            <a:endParaRPr lang="en-US" sz="2600" dirty="0"/>
          </a:p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6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講了十年，今年真的有東西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10725912" cy="914400"/>
          </a:xfrm>
          <a:prstGeom prst="rect">
            <a:avLst/>
          </a:prstGeom>
          <a:solidFill>
            <a:srgbClr val="FDF0E7"/>
          </a:solidFill>
          <a:ln w="19050">
            <a:solidFill>
              <a:srgbClr val="E854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0292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去問這句：「出了問題，誰負責修？」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1672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課外活動：電子紙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01168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6217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5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世貿 1 館 · 元太跟它的 40 個朋友</a:t>
            </a:r>
            <a:endParaRPr lang="en-US" sz="2500" dirty="0"/>
          </a:p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5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斷電了，字還在 — 你的電子書同款技術</a:t>
            </a:r>
            <a:endParaRPr lang="en-US" sz="2500" dirty="0"/>
          </a:p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5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看點：一家公司怎麼把整個產業聚起來</a:t>
            </a:r>
            <a:endParaRPr lang="en-US" sz="2500" dirty="0"/>
          </a:p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500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右邊這台 BMW 的車身變色，就是電子紙</a:t>
            </a:r>
            <a:endParaRPr lang="en-US" sz="2500" dirty="0"/>
          </a:p>
        </p:txBody>
      </p:sp>
      <p:pic>
        <p:nvPicPr>
          <p:cNvPr id="6" name="Image 0" descr="/data/code/CPX-share/6-5-talk-WIP/images/eink-bmw-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737360"/>
            <a:ext cx="3931920" cy="3685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06640" y="54681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圖：E Ink 元太官網（BMW iX3 Flow Edition）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1672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創業的朋友，這區給你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01168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072591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5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南港 2 館 4 樓 · InnoVEX 新創區</a:t>
            </a:r>
            <a:endParaRPr lang="en-US" sz="2500" dirty="0"/>
          </a:p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500" b="1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將近 500 家新創 · 22 個國家 · 9 個國家館</a:t>
            </a:r>
            <a:endParaRPr lang="en-US" sz="2500" dirty="0"/>
          </a:p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5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頒獎典禮辦完了，但攤位都還在</a:t>
            </a:r>
            <a:endParaRPr lang="en-US" sz="2500" dirty="0"/>
          </a:p>
          <a:p>
            <a:pPr marL="355600" indent="-355600">
              <a:spcAft>
                <a:spcPts val="2000"/>
              </a:spcAft>
              <a:buSzPct val="100000"/>
              <a:buChar char="•"/>
            </a:pPr>
            <a:r>
              <a:rPr lang="en-US" sz="25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最後一天，創辦人通常比較有空聊</a:t>
            </a:r>
            <a:endParaRPr lang="en-US" sz="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1672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軟體是靈魂，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硬體是肉體。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我們每天寫的東西，都跑在看不見的機器上。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今天，去看看它們長什麼樣子。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1672" y="6400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6/5 怎麼分頭逛？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011680" cy="54864"/>
          </a:xfrm>
          <a:prstGeom prst="rect">
            <a:avLst/>
          </a:prstGeom>
          <a:solidFill>
            <a:srgbClr val="E8541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3108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想拍照打卡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世貿 1 館</a:t>
            </a:r>
            <a:endParaRPr lang="en-US" sz="20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機器人區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3108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想看 AI 伺服器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南港 1 館 1F</a:t>
            </a:r>
            <a:endParaRPr lang="en-US" sz="20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+ 2 館 4F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412480" y="1920240"/>
            <a:ext cx="31089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54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想找新創聊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12480" y="29260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南港 2 館 4F</a:t>
            </a:r>
            <a:endParaRPr lang="en-US" sz="20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InnoVEX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跟朋友分頭逛再會合交換情報，效率最高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完整攻略＋AI 行程規劃：jackdia3.github.io/computex-2026-ai-guide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2026-06-01T09:48:23Z</dcterms:created>
  <dcterms:modified xsi:type="dcterms:W3CDTF">2026-06-01T09:48:23Z</dcterms:modified>
</cp:coreProperties>
</file>